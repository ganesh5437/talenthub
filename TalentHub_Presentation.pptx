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anesh5437" TargetMode="External"/><Relationship Id="rId2" Type="http://schemas.openxmlformats.org/officeDocument/2006/relationships/hyperlink" Target="https://www.linkedin.com/in/yenduru-ganesh-5437143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anesh5437" TargetMode="External"/><Relationship Id="rId2" Type="http://schemas.openxmlformats.org/officeDocument/2006/relationships/hyperlink" Target="https://www.linkedin.com/in/yenduru-ganesh-5437143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Recruitment &amp; Job Management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146304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Review Presentation  •  July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 Satwik Sai Ganesh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DEVELOPER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 Satwik Sai Ganesh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(Big Data Analytics) — building production-grade full-stack applications with React, Node.js, Express, and PostgreSQL. TalentHub was designed and built end-to-end: architecture, backend APIs, database schema, and a fully responsive role-based frontend.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84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913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github.com/ganesh5437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33832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3584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3913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Yenduru Ganesh — Connect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either card to open the profile directly.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is Fragmented and Opaque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emails, and chat apps replace a real pipeline — applications get lost.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0116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have zero insight into where their application actually stands.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0116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record of hiring decisions, status changes, or interview history.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replaces all three with a single, transparent, role-based platform.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TalentHub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A266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2140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hiring for companies of any size — from registration to offer.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A2660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2140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18745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recruiters full control of a structured ATS pipeline.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A266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387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2918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candidates track applications in real time — no more guessing.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A266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53872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32918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in-platform interview scheduling, visible to both sides.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A2660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95604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56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709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instant notifications on every status change.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A266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95604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956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4709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platform-wide governance through a SuperAdmin layer.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856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221992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Axios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23560" y="28529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639312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Role Middleware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23560" y="4270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452628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690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5056632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Prisma 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Client → JWT verification → Role authorization → Controller → Prisma → PostgreSQL → JSON 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73736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01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73736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901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2240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0040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649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32004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320040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649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32004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320040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3649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3703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66344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28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166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97680" y="46634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466344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828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5166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46720" y="46634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0" y="4663440"/>
            <a:ext cx="73152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4828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21040" y="5166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Netlify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owner. Approves/blocks companies, manages all users, sees platform-wide stats.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Admin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2918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company, owns its profile, oversees all jobs and hiring activity.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2918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&amp; publishes jobs, manages applicants, moves them through the ATS pipeline.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1160" y="32918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jobs, applies, tracks status live, views scheduled interviews.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94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76272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2130552" y="2194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39312" y="23317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3904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758184" y="2194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66944" y="23317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31536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5385816" y="2194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94576" y="23317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013448" y="2194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22208" y="23317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0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641080" y="2194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RELEASED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149840" y="23317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314432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268712" y="2194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52560" y="36576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3657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560" y="4434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 occur at any stage)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46811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NagaTech Solutions posted "Chemical Checking" → candidate applied → recruiter shortlisted → interview scheduled for Round 2 → candidate notified instantly, end to end.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221992"/>
            <a:ext cx="28346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role, companyId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2221992"/>
            <a:ext cx="28346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134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status, website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0" y="16916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41080" y="2221992"/>
            <a:ext cx="28346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3134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status, companyId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050792"/>
            <a:ext cx="28346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422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userId, skillsCsv, resumeUrl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3520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4050792"/>
            <a:ext cx="28346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1422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jobId, candidateId, status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0" y="3520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641080" y="4050792"/>
            <a:ext cx="28346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1422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applicationId, round, result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AuditLog tables track every status change and admin action for full traceability.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JWT authentication (4 roles)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737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1691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+ SuperAdmin approval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job lifecycle: Draft → Published → Closed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880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apply with duplicate prevention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ATS pipeline with live status updates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977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 synced across roles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120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notifications with unread badge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5166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5120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platform-wide analytics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7647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 &amp; role-based redirects verified for all 4 roles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780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4780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SuperAdmin approval → status reflected correctly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912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Lifecycle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19125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Publish → Close, with correct candidate-side visibility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044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9044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status flow verified via UI and direct database inspection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Sync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4617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scheduling instantly reflected on candidate view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30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53309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badge counts and message accuracy confirmed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 API deployed on Render, connected to GitHub repo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468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 app deployed on Netlify, built from GitHub repo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4688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hosted on Neon — same instance used in development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Verification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role-based smoke test repeated against live URLs — registration, job posting, application flow, interview scheduling, and notifications — to confirm production matches local behavior.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A266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 candidate fit against job descriptions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A26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 Description Generator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recruiters drafting postings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A2660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 Ranking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Auto-rank applicants by relevance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A266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alerts alongside in-app alerts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A26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Time-to-hire &amp; pipeline conversion metrics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A2660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434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candidate profiles &amp; portfolios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Recruitment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TalentHub — Built end-to-end, tested across every role, ready to grow.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 Satwik Sai Ganesh — Full Stack Developer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github.com/ganesh5437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— Yenduru Ganesh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2026-07-11T13:18:27Z</dcterms:created>
  <dcterms:modified xsi:type="dcterms:W3CDTF">2026-07-11T13:18:27Z</dcterms:modified>
</cp:coreProperties>
</file>